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hslClr hue="0" sat="100000" lum="1000">
              <a:gamma/>
            </a:hsl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hslClr hue="10800000" sat="75000" lum="33333">
              <a:invGamma/>
            </a:hsl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
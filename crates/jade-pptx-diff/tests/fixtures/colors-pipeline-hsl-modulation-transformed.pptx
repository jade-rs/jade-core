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hueMod val="50000"/>
              <a:satMod val="50000"/>
              <a:lumMod val="125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123456">
              <a:satMod val="-50000"/>
              <a:lumMod val="5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
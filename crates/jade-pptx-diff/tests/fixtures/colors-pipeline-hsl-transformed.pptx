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hslClr hue="0" sat="100000" lum="25000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hslClr hue="10800000" sat="75000" lum="3000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
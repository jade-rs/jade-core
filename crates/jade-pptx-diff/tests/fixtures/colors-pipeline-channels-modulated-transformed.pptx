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123456">
              <a:redMod val="50000"/>
              <a:greenMod val="125000"/>
              <a:blueMod val="200000"/>
            </a:srgbClr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FFFFFF">
              <a:redMod val="-50000"/>
              <a:greenMod val="200000"/>
              <a:blueMod val="25000"/>
            </a:srgbClr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
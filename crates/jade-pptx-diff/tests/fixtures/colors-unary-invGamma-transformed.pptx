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invGamma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>
              <a:invGamma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
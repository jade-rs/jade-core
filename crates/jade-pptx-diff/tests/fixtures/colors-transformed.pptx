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FFFFF">
              <a:shade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0000">
              <a:tint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
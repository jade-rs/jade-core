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crgbClr r="1000" g="1000" b="1000">
              <a:shade val="80000"/>
            </a:sc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crgbClr r="1000" g="1000" b="1000">
              <a:invGamma/>
            </a:sc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
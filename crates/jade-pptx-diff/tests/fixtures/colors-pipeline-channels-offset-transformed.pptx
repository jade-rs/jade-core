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redOff val="20000"/>
              <a:greenOff val="-10000"/>
              <a:blueOff val="5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23456">
              <a:redOff val="-10000"/>
              <a:greenOff val="200000"/>
              <a:blueOff val="-20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
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xStyles/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chemeClr val="accent1">
              <a:shade val="80000"/>
            </a:scheme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chemeClr val="accent2">
              <a:gamma/>
            </a:scheme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Precision">
  <a:themeElements>
    <a:clrScheme name="Precision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crgbClr r="1000" g="1000" b="1000"/>
      </a:accent1>
      <a:accent2>
        <a:hslClr hue="0" sat="100000" lum="1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FF"/>
      </a:hlink>
      <a:folHlink>
        <a:srgbClr val="800080"/>
      </a:folHlink>
    </a:clrScheme>
    <a:fontScheme name="Empty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Empt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
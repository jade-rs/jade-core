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808080">
              <a:alpha val="5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BCBCBC">
              <a:alpha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
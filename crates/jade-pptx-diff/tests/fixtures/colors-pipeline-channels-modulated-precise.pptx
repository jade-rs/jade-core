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srgbClr val="0A3A77"/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srgbClr val="00FF89"/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</p:spTree>
  </p:cSld>
  <p:clrMapOvr>
    <a:masterClrMapping/>
  </p:clrMapOvr>
</p:sld>
</file>
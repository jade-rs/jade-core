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020918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373737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
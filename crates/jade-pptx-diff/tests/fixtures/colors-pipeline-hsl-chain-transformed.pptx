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333333">
              <a:shade val="30000"/>
              <a:lumMod val="50000"/>
              <a:lumOff val="10000"/>
              <a:shade val="30000"/>
            </a:srgb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123456">
              <a:shade val="70000"/>
              <a:hueOff val="25200000"/>
              <a:satMod val="30000"/>
              <a:lumMod val="125000"/>
              <a:shade val="70000"/>
            </a:srgb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
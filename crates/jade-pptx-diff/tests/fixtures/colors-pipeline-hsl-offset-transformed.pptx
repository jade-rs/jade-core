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hueOff val="-7200000"/>
              <a:satOff val="25000"/>
              <a:lumOff val="2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123456">
              <a:hueOff val="25200000"/>
              <a:satOff val="-125000"/>
              <a:lumOff val="-25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
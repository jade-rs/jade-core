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recision">
  <a:themeElements>
    <a:clrScheme name="Precisi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crgbClr r="1000" g="1000" b="1000">
          <a:alpha val="40000"/>
        </a:scrgbClr>
      </a:accent1>
      <a:accent2>
        <a:hslClr hue="0" sat="100000" lum="1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Empty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Empt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
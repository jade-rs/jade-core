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lor-0"/>
          <p:cNvSpPr/>
          <p:nvPr/>
        </p:nvSpPr>
        <p:spPr>
          <a:xfrm>
            <a:off x="508000" y="508000"/>
            <a:ext cx="1524000" cy="1524000"/>
          </a:xfrm>
          <a:prstGeom prst="rect">
            <a:avLst/>
          </a:prstGeom>
          <a:solidFill>
            <a:srgbClr val="123456"/>
          </a:solidFill>
          <a:ln>
            <a:noFill/>
          </a:ln>
        </p:spPr>
      </p:sp>
      <p:sp>
        <p:nvSpPr>
          <p:cNvPr id="3" name="color-1"/>
          <p:cNvSpPr/>
          <p:nvPr/>
        </p:nvSpPr>
        <p:spPr>
          <a:xfrm>
            <a:off x="2540000" y="508000"/>
            <a:ext cx="1524000" cy="1524000"/>
          </a:xfrm>
          <a:prstGeom prst="rect">
            <a:avLst/>
          </a:prstGeom>
          <a:solidFill>
            <a:srgbClr val="808080"/>
          </a:solidFill>
          <a:ln>
            <a:noFill/>
          </a:ln>
        </p:spPr>
      </p:sp>
      <p:sp>
        <p:nvSpPr>
          <p:cNvPr id="4" name="color-2"/>
          <p:cNvSpPr/>
          <p:nvPr/>
        </p:nvSpPr>
        <p:spPr>
          <a:xfrm>
            <a:off x="508000" y="2540000"/>
            <a:ext cx="1524000" cy="1524000"/>
          </a:xfrm>
          <a:prstGeom prst="rect">
            <a:avLst/>
          </a:prstGeom>
          <a:solidFill>
            <a:srgbClr val="808080"/>
          </a:solidFill>
          <a:ln>
            <a:noFill/>
          </a:ln>
        </p:spPr>
      </p:sp>
      <p:sp>
        <p:nvSpPr>
          <p:cNvPr id="5" name="color-3"/>
          <p:cNvSpPr/>
          <p:nvPr/>
        </p:nvSpPr>
        <p:spPr>
          <a:xfrm>
            <a:off x="2540000" y="2540000"/>
            <a:ext cx="1524000" cy="1524000"/>
          </a:xfrm>
          <a:prstGeom prst="rect">
            <a:avLst/>
          </a:prstGeom>
          <a:solidFill>
            <a:srgbClr val="BCBCBC"/>
          </a:solidFill>
          <a:ln>
            <a:noFill/>
          </a:ln>
        </p:spPr>
      </p:sp>
    </p:spTree>
  </p:cSld>
  <p:clrMapOvr>
    <a:masterClrMapping/>
  </p:clrMapOvr>
</p:sld>
</file>
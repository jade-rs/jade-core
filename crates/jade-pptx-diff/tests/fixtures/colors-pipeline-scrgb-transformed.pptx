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crgbClr r="50000" g="50000" b="50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crgbClr r="25000" g="50000" b="7500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
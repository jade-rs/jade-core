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563412"/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383838">
              <a:alpha val="50000"/>
            </a:srgbClr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DBDBD"/>
          </a:solidFill>
          <a:ln>
            <a:noFill/>
          </a:ln>
        </p:spPr>
      </p:sp>
    </p:spTree>
  </p:cSld>
  <p:clrMapOvr>
    <a:masterClrMapping/>
  </p:clrMapOvr>
</p:sld>
</file>
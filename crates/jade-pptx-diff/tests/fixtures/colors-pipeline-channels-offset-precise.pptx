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7D00CA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00FF0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
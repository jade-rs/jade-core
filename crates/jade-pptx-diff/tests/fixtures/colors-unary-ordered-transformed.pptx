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gamma/>
              <a:invGamma/>
              <a:comp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FFFFFF">
              <a:shade val="20000"/>
              <a:invGamma/>
              <a:gamma/>
              <a:shade val="20000"/>
              <a:alphaMod val="5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
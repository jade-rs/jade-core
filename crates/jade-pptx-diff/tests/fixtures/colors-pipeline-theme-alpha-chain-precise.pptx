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61616">
              <a:alpha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2700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>
          <a:alpha val="40000"/>
        </a:scrgbClr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
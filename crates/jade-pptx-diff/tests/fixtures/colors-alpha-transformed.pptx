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808080">
              <a:alphaMod val="50000"/>
            </a:srgb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BCBCBC">
              <a:alpha val="40000"/>
              <a:alphaMod val="125000"/>
            </a:srgb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
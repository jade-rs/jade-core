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123456">
              <a:redMod val="200000"/>
              <a:redOff val="-20000"/>
              <a:greenMod val="50000"/>
              <a:greenOff val="20000"/>
              <a:blueMod val="200000"/>
              <a:blueOff val="50000"/>
            </a:srgbClr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123456">
              <a:redOff val="-20000"/>
              <a:redMod val="200000"/>
              <a:greenOff val="20000"/>
              <a:greenMod val="50000"/>
              <a:blueOff val="50000"/>
              <a:blueMod val="200000"/>
            </a:srgbClr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
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123456">
              <a:red val="50000"/>
              <a:green val="25000"/>
              <a:blue val="75000"/>
            </a:srgbClr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123456">
              <a:red val="-10000"/>
              <a:green val="125000"/>
              <a:blue val="0"/>
            </a:srgbClr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
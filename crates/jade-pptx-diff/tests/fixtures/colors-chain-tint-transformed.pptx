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808080">
              <a:tint val="20000"/>
              <a:tint val="2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FFFFFF">
              <a:shade val="20000"/>
              <a:tint val="5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
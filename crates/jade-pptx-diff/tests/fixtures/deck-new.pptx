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四半期報告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Q2 (改訂)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サマリ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前年比 +12%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売上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東京 150</a:t>
            </a:r>
          </a:p>
          <a:p>
            <a:r>
              <a:t>大阪 80</a:t>
            </a:r>
          </a:p>
          <a:p>
            <a:r>
              <a:t>名古屋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商品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
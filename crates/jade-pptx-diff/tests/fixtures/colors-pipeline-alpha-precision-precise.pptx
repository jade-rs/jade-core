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000000">
              <a:alpha val="5039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FF0000">
              <a:alpha val="5039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
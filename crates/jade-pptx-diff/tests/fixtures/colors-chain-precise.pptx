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383838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050505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
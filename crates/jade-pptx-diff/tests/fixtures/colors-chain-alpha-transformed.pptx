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FFFFFF">
              <a:shade val="20000"/>
              <a:alphaMod val="50000"/>
              <a:shade val="20000"/>
            </a:srgbClr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333333">
              <a:shade val="10000"/>
              <a:alpha val="50000"/>
              <a:shade val="50000"/>
            </a:srgbClr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
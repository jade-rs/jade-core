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四半期報告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 Q2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売上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東京 120</a:t>
            </a:r>
          </a:p>
          <a:p>
            <a:r>
              <a:t>大阪 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内訳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区分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金額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商品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
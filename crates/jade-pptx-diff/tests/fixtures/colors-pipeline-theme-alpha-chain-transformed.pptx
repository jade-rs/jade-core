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Id2"/>
  </p:sldMasterIdLst>
  <p:sldIdLst>
    <p:sldId id="256" r:id="rId1"/>
  </p:sldIdLst>
  <p:sldSz cx="9144000" cy="6858000"/>
  <p:notesSz cx="6858000" cy="9144000"/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Master" Target="slideMasters/slideMaster1.xml"/></Relationships>
</file>

<file path=ppt/slideLayouts/_rels/slideLayout1.xml.rels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xStyles/>
</p:sldMaster>
</file>

<file path=ppt/slides/_rels/slide1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lor-0"/>
          <p:cNvSpPr/>
          <p:nvPr/>
        </p:nvSpPr>
        <p:spPr>
          <a:xfrm>
            <a:off x="508000" y="508000"/>
            <a:ext cx="1524000" cy="1524000"/>
          </a:xfrm>
          <a:prstGeom prst="rect">
            <a:avLst/>
          </a:prstGeom>
          <a:solidFill>
            <a:schemeClr val="accent1">
              <a:shade val="80000"/>
              <a:alphaMod val="125000"/>
            </a:schemeClr>
          </a:solidFill>
          <a:ln>
            <a:noFill/>
          </a:ln>
        </p:spPr>
      </p:sp>
      <p:sp>
        <p:nvSpPr>
          <p:cNvPr id="3" name="color-1"/>
          <p:cNvSpPr/>
          <p:nvPr/>
        </p:nvSpPr>
        <p:spPr>
          <a:xfrm>
            <a:off x="2540000" y="508000"/>
            <a:ext cx="1524000" cy="1524000"/>
          </a:xfrm>
          <a:prstGeom prst="rect">
            <a:avLst/>
          </a:prstGeom>
          <a:solidFill>
            <a:schemeClr val="accent2">
              <a:gamma/>
            </a:schemeClr>
          </a:solidFill>
          <a:ln>
            <a:noFill/>
          </a:ln>
        </p:spPr>
      </p:sp>
      <p:sp>
        <p:nvSpPr>
          <p:cNvPr id="4" name="color-2"/>
          <p:cNvSpPr/>
          <p:nvPr/>
        </p:nvSpPr>
        <p:spPr>
          <a:xfrm>
            <a:off x="508000" y="2540000"/>
            <a:ext cx="1524000" cy="1524000"/>
          </a:xfrm>
          <a:prstGeom prst="rect">
            <a:avLst/>
          </a:prstGeom>
          <a:solidFill>
            <a:srgbClr val="808080"/>
          </a:solidFill>
          <a:ln>
            <a:noFill/>
          </a:ln>
        </p:spPr>
      </p:sp>
      <p:sp>
        <p:nvSpPr>
          <p:cNvPr id="5" name="color-3"/>
          <p:cNvSpPr/>
          <p:nvPr/>
        </p:nvSpPr>
        <p:spPr>
          <a:xfrm>
            <a:off x="2540000" y="2540000"/>
            <a:ext cx="1524000" cy="1524000"/>
          </a:xfrm>
          <a:prstGeom prst="rect">
            <a:avLst/>
          </a:prstGeom>
          <a:solidFill>
            <a:srgbClr val="BCBCBC"/>
          </a:solid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Precision">
  <a:themeElements>
    <a:clrScheme name="Precision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crgbClr r="1000" g="1000" b="1000">
          <a:alpha val="40000"/>
        </a:scrgbClr>
      </a:accent1>
      <a:accent2>
        <a:hslClr hue="0" sat="100000" lum="1000"/>
      </a:accent2>
      <a:accent3>
        <a:srgbClr val="000000"/>
      </a:accent3>
      <a:accent4>
        <a:srgbClr val="000000"/>
      </a:accent4>
      <a:accent5>
        <a:srgbClr val="000000"/>
      </a:accent5>
      <a:accent6>
        <a:srgbClr val="000000"/>
      </a:accent6>
      <a:hlink>
        <a:srgbClr val="0000FF"/>
      </a:hlink>
      <a:folHlink>
        <a:srgbClr val="800080"/>
      </a:folHlink>
    </a:clrScheme>
    <a:fontScheme name="Empty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Empty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>
          <a:solidFill>
            <a:schemeClr val="phClr"/>
          </a:solidFill>
        </a:ln>
        <a:ln w="12700">
          <a:solidFill>
            <a:schemeClr val="phClr"/>
          </a:solidFill>
        </a:ln>
        <a:ln w="127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
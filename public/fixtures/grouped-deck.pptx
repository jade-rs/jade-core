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media/jade-picture-568ac515813794bc0d238b7347949b9908aa0bf22154b2604d526e3e3ad98bc6.png" ContentType="image/png"/>
  <Override PartName="/ppt/media/jade-picture-658a477b011700c29793c3fe51f1adb8912e37545c0a92bde3c1499d28dde863.png" ContentType="image/png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/>
  <p:notesSz cx="6858000" cy="9144000"/>
  <p:defaultTextStyle>
    <a:lvl1pPr>
      <a:defRPr sz="1800">
        <a:latin typeface="+mn-lt"/>
        <a:ea typeface="+mn-ea"/>
      </a:defRPr>
    </a:lvl1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
  
  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Centred Title"/>
          <p:cNvSpPr/>
          <p:nvPr>
            <p:ph type="ctrTitle"/>
          </p:nvPr>
        </p:nvSpPr>
        <p:spPr>
          <a:xfrm>
            <a:off x="1280160" y="2194560"/>
            <a:ext cx="9631375" cy="1463040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/>
        </p:txBody>
      </p:sp>
      <p:sp>
        <p:nvSpPr>
          <p:cNvPr id="3" name="Subtitle"/>
          <p:cNvSpPr/>
          <p:nvPr>
            <p:ph type="subTitle" idx="1"/>
          </p:nvPr>
        </p:nvSpPr>
        <p:spPr>
          <a:xfrm>
            <a:off x="1280160" y="3749040"/>
            <a:ext cx="9631375" cy="914400"/>
          </a:xfrm>
          <a:prstGeom prst="rect">
            <a:avLst/>
          </a:prstGeom>
        </p:spPr>
        <p:txBody>
          <a:bodyPr/>
          <a:lstStyle>
            <a:lvl1pPr algn="ctr"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/>
        </p:txBody>
      </p:sp>
      <p:sp>
        <p:nvSpPr>
          <p:cNvPr id="3" name="Content"/>
          <p:cNvSpPr/>
          <p:nvPr>
            <p:ph type="body" idx="1"/>
          </p:nvPr>
        </p:nvSpPr>
        <p:spPr/>
        <p:txBody>
          <a:bodyPr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" name="Accent Stripe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3" name="Footer Rule"/>
          <p:cNvSpPr/>
          <p:nvPr/>
        </p:nvSpPr>
        <p:spPr>
          <a:xfrm>
            <a:off x="640080" y="6309360"/>
            <a:ext cx="10911535" cy="18288"/>
          </a:xfrm>
          <a:prstGeom prst="rect">
            <a:avLst/>
          </a:prstGeom>
          <a:solidFill>
            <a:schemeClr val="lt2"/>
          </a:solidFill>
        </p:spPr>
      </p:sp>
      <p:sp>
        <p:nvSpPr>
          <p:cNvPr id="4" name="Title Placeholder"/>
          <p:cNvSpPr/>
          <p:nvPr>
            <p:ph type="title"/>
          </p:nvPr>
        </p:nvSpPr>
        <p:spPr>
          <a:xfrm>
            <a:off x="640080" y="548640"/>
            <a:ext cx="10911535" cy="1097280"/>
          </a:xfrm>
          <a:prstGeom prst="rect">
            <a:avLst/>
          </a:prstGeom>
        </p:spPr>
        <p:txBody>
          <a:bodyPr anchor="b"/>
          <a:p/>
        </p:txBody>
      </p:sp>
      <p:sp>
        <p:nvSpPr>
          <p:cNvPr id="5" name="Body Placeholder"/>
          <p:cNvSpPr/>
          <p:nvPr>
            <p:ph type="body" idx="1"/>
          </p:nvPr>
        </p:nvSpPr>
        <p:spPr>
          <a:xfrm>
            <a:off x="640080" y="1828800"/>
            <a:ext cx="10911535" cy="4206240"/>
          </a:xfrm>
          <a:prstGeom prst="rect">
            <a:avLst/>
          </a:prstGeom>
        </p:spPr>
        <p:txBody>
          <a:bodyPr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 sz="4000" b="1">
          <a:solidFill>
            <a:schemeClr val="dk2"/>
          </a:solidFill>
          <a:latin typeface="+mj-lt"/>
          <a:ea typeface="+mj-ea"/>
        </a:defRPr>
      </a:lvl1pPr>
    </p:titleStyle>
    <p:bodyStyle>
      <a:lvl1pPr marL="342900" indent="-342900">
        <a:buChar char="•"/>
        <a:defRPr sz="2000">
          <a:solidFill>
            <a:schemeClr val="tx1"/>
          </a:solidFill>
          <a:latin typeface="+mn-lt"/>
          <a:ea typeface="+mn-ea"/>
        </a:defRPr>
      </a:lvl1pPr>
      <a:lvl2pPr marL="742950" indent="-285750">
        <a:buChar char="–"/>
        <a:defRPr sz="1600">
          <a:solidFill>
            <a:schemeClr val="tx1"/>
          </a:solidFill>
        </a:defRPr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jadePkg:Relationship xmlns:jadePkg="http://schemas.openxmlformats.org/package/2006/relationships" Id="rIdJadePicture1" Type="http://schemas.openxmlformats.org/officeDocument/2006/relationships/image" Target="/ppt/media/jade-picture-568ac515813794bc0d238b7347949b9908aa0bf22154b2604d526e3e3ad98bc6.png"/><jadePkg:Relationship xmlns:jadePkg="http://schemas.openxmlformats.org/package/2006/relationships" Id="rIdJadePicture2" Type="http://schemas.openxmlformats.org/officeDocument/2006/relationships/image" Target="/ppt/media/jade-picture-658a477b011700c29793c3fe51f1adb8912e37545c0a92bde3c1499d28dde8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g:grpSp xmlns:g="http://schemas.openxmlformats.org/presentationml/2006/main" xmlns:d="http://schemas.openxmlformats.org/drawingml/2006/main">
        <g:nvGrpSpPr>
          <g:cNvPr id="50" name="Outer group">
            <d:extLst>
              <d:ext uri="{FF2B5EF4-FFF2-40B4-BE49-F238E27FC236}">
                <a16:creationId xmlns:a16="http://schemas.microsoft.com/office/drawing/2014/main" id="{0980FF19-E7E7-493C-8D3E-15B2100EA940}"/>
              </d:ext>
            </d:extLst>
          </g:cNvPr>
          <g:cNvGrpSpPr/>
          <g:nvPr/>
        </g:nvGrpSpPr>
        <g:grpSpPr>
          <d:xfrm rot="0" flipV="0">
            <d:off x="2857500" y="1905000"/>
            <d:ext cx="3810000" cy="1905000"/>
            <d:chOff x="0" y="0"/>
            <d:chExt cx="3810000" cy="1905000"/>
          </d:xfrm>
        </g:grpSpPr>
        <g:grpSp xmlns:g="http://schemas.openxmlformats.org/presentationml/2006/main" xmlns:d="http://schemas.openxmlformats.org/drawingml/2006/main">
          <g:nvGrpSpPr>
            <g:cNvPr id="51" name="Inner group"/>
            <g:cNvGrpSpPr/>
            <g:nvPr/>
          </g:nvGrpSpPr>
          <g:grpSpPr>
            <d:xfrm rot="1800000" flipV="1">
              <d:off x="190500" y="190500"/>
              <d:ext cx="1143000" cy="762000"/>
              <d:chOff x="0" y="0"/>
              <d:chExt cx="1143000" cy="762000"/>
            </d:xfrm>
          </g:grpSpPr>
          <jadeSp:pic xmlns:jadeSp="http://schemas.openxmlformats.org/presentationml/2006/main" xmlns:jadeDraw="http://schemas.openxmlformats.org/drawingml/2006/main" xmlns:jadeRel="http://schemas.openxmlformats.org/officeDocument/2006/relationships">
            <jadeSp:nvPicPr>
              <jadeSp:cNvPr id="2" name="Picture 1"/>
              <jadeSp:cNvPicPr>
                <jadeDraw:picLocks noChangeAspect="1"/>
              </jadeSp:cNvPicPr>
              <jadeSp:nvPr/>
            </jadeSp:nvPicPr>
            <jadeSp:blipFill>
              <jadeDraw:blip jadeRel:embed="rIdJadePicture1"/>
              <jadeDraw:stretch>
                <jadeDraw:fillRect/>
              </jadeDraw:stretch>
            </jadeSp:blipFill>
            <jadeSp:spPr>
              <jadeDraw:xfrm xmlns:jadeDraw="http://schemas.openxmlformats.org/drawingml/2006/main" rot="0" flipH="0" flipV="0">
                <jadeDraw:off xmlns:jadeDraw="http://schemas.openxmlformats.org/drawingml/2006/main" x="0" y="0"/>
                <jadeDraw:ext xmlns:jadeDraw="http://schemas.openxmlformats.org/drawingml/2006/main" cx="1143000" cy="762000"/>
              </jadeDraw:xfrm>
              <jadeDraw:prstGeom prst="rect">
                <jadeDraw:avLst/>
              </jadeDraw:prstGeom>
            </jadeSp:spPr>
          </jadeSp:pic>
        </g:grpSp>
        <jadeSp:pic xmlns:jadeSp="http://schemas.openxmlformats.org/presentationml/2006/main" xmlns:jadeDraw="http://schemas.openxmlformats.org/drawingml/2006/main" xmlns:jadeRel="http://schemas.openxmlformats.org/officeDocument/2006/relationships">
          <jadeSp:nvPicPr>
            <jadeSp:cNvPr id="3" name="Picture 2"/>
            <jadeSp:cNvPicPr>
              <jadeDraw:picLocks noChangeAspect="1"/>
            </jadeSp:cNvPicPr>
            <jadeSp:nvPr/>
          </jadeSp:nvPicPr>
          <jadeSp:blipFill>
            <jadeDraw:blip jadeRel:embed="rIdJadePicture2"/>
            <jadeDraw:stretch>
              <jadeDraw:fillRect/>
            </jadeDraw:stretch>
          </jadeSp:blipFill>
          <jadeSp:spPr>
            <jadeDraw:xfrm xmlns:jadeDraw="http://schemas.openxmlformats.org/drawingml/2006/main" rot="0" flipH="0" flipV="0">
              <jadeDraw:off xmlns:jadeDraw="http://schemas.openxmlformats.org/drawingml/2006/main" x="1905000" y="952500"/>
              <jadeDraw:ext xmlns:jadeDraw="http://schemas.openxmlformats.org/drawingml/2006/main" cx="1143000" cy="762000"/>
            </jadeDraw:xfrm>
            <jadeDraw:prstGeom prst="rect">
              <jadeDraw:avLst/>
            </jadeDraw:prstGeom>
          </jadeSp:spPr>
        </jadeSp:pic>
        <jadeSp:sp xmlns:jadeSp="http://schemas.openxmlformats.org/presentationml/2006/main" xmlns:jadeDraw="http://schemas.openxmlformats.org/drawingml/2006/main">
          <jadeSp:nvSpPr>
            <jadeSp:cNvPr id="4" name="TextBox 1"/>
            <jadeSp:cNvSpPr txBox="1"/>
            <jadeSp:nvPr/>
          </jadeSp:nvSpPr>
          <jadeSp:spPr>
            <jadeDraw:xfrm xmlns:jadeDraw="http://schemas.openxmlformats.org/drawingml/2006/main" rot="0" flipH="0" flipV="0">
              <jadeDraw:off xmlns:jadeDraw="http://schemas.openxmlformats.org/drawingml/2006/main" x="285750" y="857250"/>
              <jadeDraw:ext xmlns:jadeDraw="http://schemas.openxmlformats.org/drawingml/2006/main" cx="1333500" cy="762000"/>
            </jadeDraw:xfrm>
            <jadeDraw:prstGeom prst="rect">
              <jadeDraw:avLst/>
            </jadeDraw:prstGeom>
            <jadeDraw:noFill/>
            <jadeDraw:ln>
              <jadeDraw:noFill/>
            </jadeDraw:ln>
          </jadeSp:spPr>
          <jadeSp:txBody>
            <jadeDraw:bodyPr wrap="square" lIns="91440" rIns="91440" tIns="45720" bIns="45720" anchor="t">
              <jadeDraw:noAutofit/>
            </jadeDraw:bodyPr>
            <jadeDraw:lstStyle/>
            <jadeDraw:p>
              <jadeDraw:r>
                <jadeDraw:rPr sz="1800">
                  <jadeDraw:solidFill>
                    <jadeDraw:schemeClr val="tx1"/>
                  </jadeDraw:solidFill>
                </jadeDraw:rPr>
                <jadeDraw:t>Group text</jadeDraw:t>
              </jadeDraw:r>
              <jadeDraw:endParaRPr sz="1800">
                <jadeDraw:solidFill>
                  <jadeDraw:schemeClr val="tx1"/>
                </jadeDraw:solidFill>
              </jadeDraw:endParaRPr>
            </jadeDraw:p>
          </jadeSp:txBody>
        </jadeSp:sp>
        <g:cxnSp xmlns:g="http://schemas.openxmlformats.org/presentationml/2006/main" xmlns:d="http://schemas.openxmlformats.org/drawingml/2006/main">
          <g:nvCxnSpPr>
            <g:cNvPr id="60" name="Inside connector"/>
            <g:cNvCxnSpPr>
              <d:stCxn id="2" idx="0"/>
              <d:endCxn id="99" idx="0"/>
            </g:cNvCxnSpPr>
            <g:nvPr/>
          </g:nvCxnSpPr>
          <g:spPr>
            <d:xfrm>
              <d:off x="1333500" y="762000"/>
              <d:ext cx="476250" cy="95250"/>
            </d:xfrm>
            <d:prstGeom prst="line">
              <d:avLst/>
            </d:prstGeom>
            <d:ln w="9525">
              <d:solidFill>
                <d:srgbClr val="000000"/>
              </d:solidFill>
            </d:ln>
          </g:spPr>
        </g:cxnSp>
      </g:grpSp>
      <g:cxnSp xmlns:g="http://schemas.openxmlformats.org/presentationml/2006/main" xmlns:d="http://schemas.openxmlformats.org/drawingml/2006/main">
        <g:nvCxnSpPr>
          <g:cNvPr id="70" name="Outside connector"/>
          <g:cNvCxnSpPr>
            <d:stCxn id="3" idx="0"/>
            <d:endCxn id="99" idx="0"/>
          </g:cNvCxnSpPr>
          <g:nvPr/>
        </g:nvCxnSpPr>
        <g:spPr>
          <d:xfrm>
            <d:off x="476250" y="4762500"/>
            <d:ext cx="1905000" cy="285750"/>
          </d:xfrm>
          <d:prstGeom prst="line">
            <d:avLst/>
          </d:prstGeom>
          <d:ln w="9525">
            <d:solidFill>
              <d:srgbClr val="000000"/>
            </d:solidFill>
          </d:ln>
        </g:spPr>
      </g:cxnSp>
      <g:sp xmlns:g="http://schemas.openxmlformats.org/presentationml/2006/main" xmlns:d="http://schemas.openxmlformats.org/drawingml/2006/main">
        <g:nvSpPr>
          <g:cNvPr id="99" name="Outside target"/>
          <g:cNvSpPr/>
          <g:nvPr/>
        </g:nvSpPr>
        <g:spPr>
          <d:xfrm>
            <d:off x="285750" y="4953000"/>
            <d:ext cx="571500" cy="381000"/>
          </d:xfrm>
          <d:prstGeom prst="rect">
            <d:avLst/>
          </d:prstGeom>
          <d:solidFill>
            <d:srgbClr val="20B020"/>
          </d:solidFill>
        </g:spPr>
      </g:sp>
    </p:spTree>
  </p:cSld>
  <p:timing>
    <p:bldLst>
      <p:bldP spid="4" grpId="0"/>
    </p:bldLst>
  </p:timing>
</p:sld>
</file>

<file path=ppt/theme/theme1.xml><?xml version="1.0" encoding="utf-8"?>
<a:theme xmlns:a="http://schemas.openxmlformats.org/drawingml/2006/main" name="Jade">
  <a:themeElements>
    <a:clrScheme name="Jade">
      <a:dk1>
        <a:srgbClr val="1B1F24"/>
      </a:dk1>
      <a:lt1>
        <a:srgbClr val="FFFFFF"/>
      </a:lt1>
      <a:dk2>
        <a:srgbClr val="16352B"/>
      </a:dk2>
      <a:lt2>
        <a:srgbClr val="EFF5F1"/>
      </a:lt2>
      <a:accent1>
        <a:srgbClr val="1E7A5A"/>
      </a:accent1>
      <a:accent2>
        <a:srgbClr val="C7913B"/>
      </a:accent2>
      <a:accent3>
        <a:srgbClr val="3C6E9E"/>
      </a:accent3>
      <a:accent4>
        <a:srgbClr val="8E5AA8"/>
      </a:accent4>
      <a:accent5>
        <a:srgbClr val="B5504C"/>
      </a:accent5>
      <a:accent6>
        <a:srgbClr val="4F8A8B"/>
      </a:accent6>
      <a:hlink>
        <a:srgbClr val="1155CC"/>
      </a:hlink>
      <a:folHlink>
        <a:srgbClr val="7A3E9D"/>
      </a:folHlink>
    </a:clrScheme>
    <a:fontScheme name="Jade">
      <a:majorFont>
        <a:latin typeface="Helvetica Neue"/>
        <a:ea typeface="Hiragino Kaku Gothic ProN"/>
        <a:cs typeface=""/>
      </a:majorFont>
      <a:minorFont>
        <a:latin typeface="Helvetica Neue"/>
        <a:ea typeface="Hiragino Kaku Gothic ProN"/>
        <a:cs typeface=""/>
      </a:minorFont>
    </a:fontScheme>
    <a:fmtScheme name="Jad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
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layoutOverride.xml" ContentType="application/vnd.openxmlformats-officedocument.themeOverride+xml"/>
  <Override PartName="/ppt/theme/slideOverride.xml" ContentType="application/vnd.openxmlformats-officedocument.themeOverr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7"/>
  </p:sldMasterIdLst>
  <p:sldIdLst>
    <p:sldId id="256" r:id="rId2"/>
    <p:sldId id="257" r:id="rId3"/>
    <p:sldId id="258" r:id="rId4"/>
    <p:sldId id="259" r:id="rId6"/>
  </p:sldIdLst>
  <p:sldSz cx="12191695" cy="6858000"/>
  <p:notesSz cx="6858000" cy="9144000"/>
  <p:defaultTextStyle>
    <a:lvl1pPr>
      <a:defRPr sz="1800">
        <a:latin typeface="+mn-lt"/>
        <a:ea typeface="+mn-ea"/>
      </a:defRPr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Relationship Id="rId6" Type="http://schemas.openxmlformats.org/officeDocument/2006/relationships/slide" Target="slides/slide4.xml"/><Relationship Id="rId7" Type="http://schemas.openxmlformats.org/officeDocument/2006/relationships/slideMaster" Target="slideMasters/slideMaster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p>
            <a:r>
              <a:t>この表は wasm 側が読んだ内容そのままで、DOM の table ではない。</a:t>
            </a:r>
          </a:p>
          <a:p>
            <a:r>
              <a:t>ノート欄はこのスライドにだけ出る — 持たないスライドでは畳まれる。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hemeOverride" Target="../theme/layoutOverride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Centred Title"/>
          <p:cNvSpPr/>
          <p:nvPr>
            <p:ph type="ctrTitle"/>
          </p:nvPr>
        </p:nvSpPr>
        <p:spPr>
          <a:xfrm>
            <a:off x="1280160" y="2194560"/>
            <a:ext cx="9631375" cy="1463040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/>
        </p:txBody>
      </p:sp>
      <p:sp>
        <p:nvSpPr>
          <p:cNvPr id="3" name="Subtitle"/>
          <p:cNvSpPr/>
          <p:nvPr>
            <p:ph type="subTitle" idx="1"/>
          </p:nvPr>
        </p:nvSpPr>
        <p:spPr>
          <a:xfrm>
            <a:off x="1280160" y="3749040"/>
            <a:ext cx="9631375" cy="914400"/>
          </a:xfrm>
          <a:prstGeom prst="rect">
            <a:avLst/>
          </a:prstGeom>
        </p:spPr>
        <p:txBody>
          <a:bodyPr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/>
        </p:txBody>
      </p:sp>
      <p:sp>
        <p:nvSpPr>
          <p:cNvPr id="3" name="Content"/>
          <p:cNvSpPr/>
          <p:nvPr>
            <p:ph type="body" idx="1"/>
          </p:nvPr>
        </p:nvSpPr>
        <p:spPr/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/>
        </p:txBody>
      </p:sp>
      <p:sp>
        <p:nvSpPr>
          <p:cNvPr id="3" name="Content"/>
          <p:cNvSpPr/>
          <p:nvPr>
            <p:ph type="body" idx="1"/>
          </p:nvPr>
        </p:nvSpPr>
        <p:spPr/>
        <p:txBody>
          <a:bodyPr/>
          <a:p/>
        </p:txBody>
      </p:sp>
    </p:spTree>
  </p:cSld>
  <p:clrMapOvr>
    <a:overrideClrMapping bg1="lt1" tx1="accent2" bg2="lt2" tx2="dk2" accent1="accent1" accent2="accent2" accent3="accent3" accent4="accent4" accent5="accent5" accent6="accent6" hlink="hlink" folHlink="folHlink"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" name="Accent Stripe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Footer Rule"/>
          <p:cNvSpPr/>
          <p:nvPr/>
        </p:nvSpPr>
        <p:spPr>
          <a:xfrm>
            <a:off x="640080" y="6309360"/>
            <a:ext cx="10911535" cy="18288"/>
          </a:xfrm>
          <a:prstGeom prst="rect">
            <a:avLst/>
          </a:prstGeom>
          <a:solidFill>
            <a:schemeClr val="lt2"/>
          </a:solidFill>
        </p:spPr>
      </p:sp>
      <p:sp>
        <p:nvSpPr>
          <p:cNvPr id="4" name="Title Placeholder"/>
          <p:cNvSpPr/>
          <p:nvPr>
            <p:ph type="title"/>
          </p:nvPr>
        </p:nvSpPr>
        <p:spPr>
          <a:xfrm>
            <a:off x="640080" y="548640"/>
            <a:ext cx="10911535" cy="1097280"/>
          </a:xfrm>
          <a:prstGeom prst="rect">
            <a:avLst/>
          </a:prstGeom>
        </p:spPr>
        <p:txBody>
          <a:bodyPr anchor="b"/>
          <a:p/>
        </p:txBody>
      </p:sp>
      <p:sp>
        <p:nvSpPr>
          <p:cNvPr id="5" name="Body Placeholder"/>
          <p:cNvSpPr/>
          <p:nvPr>
            <p:ph type="body" idx="1"/>
          </p:nvPr>
        </p:nvSpPr>
        <p:spPr>
          <a:xfrm>
            <a:off x="640080" y="1828800"/>
            <a:ext cx="10911535" cy="4206240"/>
          </a:xfrm>
          <a:prstGeom prst="rect">
            <a:avLst/>
          </a:prstGeom>
        </p:spPr>
        <p:txBody>
          <a:bodyPr/>
          <a:p/>
        </p:txBody>
      </p:sp>
    </p:spTree>
  </p:cSld>
  <p:clrMap bg1="lt1" tx1="accent2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 b="1">
          <a:solidFill>
            <a:schemeClr val="dk2"/>
          </a:solidFill>
          <a:latin typeface="+mj-lt"/>
          <a:ea typeface="+mj-ea"/>
        </a:defRPr>
      </a:lvl1pPr>
    </p:titleStyle>
    <p:bodyStyle>
      <a:lvl1pPr marL="342900" indent="-342900">
        <a:buChar char="•"/>
        <a:defRPr sz="2000">
          <a:solidFill>
            <a:schemeClr val="tx1"/>
          </a:solidFill>
          <a:latin typeface="+mn-lt"/>
          <a:ea typeface="+mn-ea"/>
        </a:defRPr>
      </a:lvl1pPr>
      <a:lvl2pPr marL="742950" indent="-285750">
        <a:buChar char="–"/>
        <a:defRPr sz="1600">
          <a:solidFill>
            <a:schemeClr val="tx1"/>
          </a:solidFill>
        </a:defRPr>
      </a:lvl2pPr>
    </p:bodyStyle>
    <p:otherStyle>
      <a:lvl1pPr>
        <a:defRPr sz="1800"/>
      </a:lvl1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" name="Accent Stripe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Footer Rule"/>
          <p:cNvSpPr/>
          <p:nvPr/>
        </p:nvSpPr>
        <p:spPr>
          <a:xfrm>
            <a:off x="640080" y="6309360"/>
            <a:ext cx="10911535" cy="18288"/>
          </a:xfrm>
          <a:prstGeom prst="rect">
            <a:avLst/>
          </a:prstGeom>
          <a:solidFill>
            <a:schemeClr val="lt2"/>
          </a:solidFill>
        </p:spPr>
      </p:sp>
      <p:sp>
        <p:nvSpPr>
          <p:cNvPr id="4" name="Title Placeholder"/>
          <p:cNvSpPr/>
          <p:nvPr>
            <p:ph type="title"/>
          </p:nvPr>
        </p:nvSpPr>
        <p:spPr>
          <a:xfrm>
            <a:off x="640080" y="548640"/>
            <a:ext cx="10911535" cy="1097280"/>
          </a:xfrm>
          <a:prstGeom prst="rect">
            <a:avLst/>
          </a:prstGeom>
        </p:spPr>
        <p:txBody>
          <a:bodyPr anchor="b"/>
          <a:p/>
        </p:txBody>
      </p:sp>
      <p:sp>
        <p:nvSpPr>
          <p:cNvPr id="5" name="Body Placeholder"/>
          <p:cNvSpPr/>
          <p:nvPr>
            <p:ph type="body" idx="1"/>
          </p:nvPr>
        </p:nvSpPr>
        <p:spPr>
          <a:xfrm>
            <a:off x="640080" y="1828800"/>
            <a:ext cx="10911535" cy="4206240"/>
          </a:xfrm>
          <a:prstGeom prst="rect">
            <a:avLst/>
          </a:prstGeom>
        </p:spPr>
        <p:txBody>
          <a:bodyPr/>
          <a:p/>
        </p:txBody>
      </p:sp>
    </p:spTree>
  </p:cSld>
  <p:clrMap bg1="lt1" tx1="accent1" bg2="lt2" tx2="dk2" accent1="accent2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>
        <a:defRPr sz="4000" b="1">
          <a:solidFill>
            <a:schemeClr val="dk2"/>
          </a:solidFill>
          <a:latin typeface="+mj-lt"/>
          <a:ea typeface="+mj-ea"/>
        </a:defRPr>
      </a:lvl1pPr>
    </p:titleStyle>
    <p:bodyStyle>
      <a:lvl1pPr marL="342900" indent="-342900">
        <a:buChar char="•"/>
        <a:defRPr sz="2000">
          <a:solidFill>
            <a:schemeClr val="tx1"/>
          </a:solidFill>
          <a:latin typeface="+mn-lt"/>
          <a:ea typeface="+mn-ea"/>
        </a:defRPr>
      </a:lvl1pPr>
      <a:lvl2pPr marL="742950" indent="-285750">
        <a:buChar char="–"/>
        <a:defRPr sz="1600">
          <a:solidFill>
            <a:schemeClr val="tx1"/>
          </a:solidFill>
        </a:defRPr>
      </a:lvl2pPr>
    </p:bodyStyle>
    <p:otherStyle>
      <a:lvl1pPr>
        <a:defRPr sz="1800"/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Override" Target="../theme/slideOverride.xml"/></Relationships>
</file>

<file path=ppt/slides/slide1.xml><?xml version="1.0" encoding="utf-8"?>
<p:sld xmlns:p="http://schemas.openxmlformats.org/presentationml/2006/main" xmlns:a="http://schemas.openxmlformats.org/drawingml/2006/main">
  <p:cSld name="Master A">
    <p:spTree>
      <p:nvGrpSpPr>
        <p:cNvPr id="1" name=""/>
        <p:cNvGrpSpPr/>
        <p:nvPr/>
      </p:nvGrpSpPr>
      <p:grpSpPr/>
      <p:sp>
        <p:nvSpPr>
          <p:cNvPr id="2" name="Theme text"/>
          <p:cNvSpPr txBox="1"/>
          <p:nvPr/>
        </p:nvSpPr>
        <p:spPr>
          <a:xfrm>
            <a:off x="952500" y="952500"/>
            <a:ext cx="5715000" cy="1428750"/>
          </a:xfrm>
          <a:prstGeom prst="rect">
            <a:avLst/>
          </a:prstGeom>
          <a:noFill/>
        </p:spPr>
        <p:txBody>
          <a:bodyPr/>
          <a:lstStyle/>
          <a:p>
            <a:pPr>
              <a:buFont typeface="+mn-lt"/>
              <a:buChar char="•"/>
            </a:pPr>
            <a:r>
              <a:rPr sz="2800">
                <a:solidFill>
                  <a:schemeClr val="tx1"/>
                </a:solidFill>
                <a:latin typeface="+mn-lt"/>
              </a:rPr>
              <a:t>WWWW iii</a:t>
            </a:r>
          </a:p>
        </p:txBody>
      </p:sp>
      <p:sp>
        <p:nvSpPr>
          <p:cNvPr id="3" name="Theme fill"/>
          <p:cNvSpPr/>
          <p:nvPr/>
        </p:nvSpPr>
        <p:spPr>
          <a:xfrm>
            <a:off x="952500" y="2857500"/>
            <a:ext cx="1905000" cy="952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4" name="Theme fill style"/>
          <p:cNvSpPr/>
          <p:nvPr/>
        </p:nvSpPr>
        <p:spPr>
          <a:xfrm>
            <a:off x="3810000" y="2857500"/>
            <a:ext cx="1905000" cy="952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Master B">
    <p:spTree>
      <p:nvGrpSpPr>
        <p:cNvPr id="1" name=""/>
        <p:cNvGrpSpPr/>
        <p:nvPr/>
      </p:nvGrpSpPr>
      <p:grpSpPr/>
      <p:sp>
        <p:nvSpPr>
          <p:cNvPr id="2" name="Theme text"/>
          <p:cNvSpPr txBox="1"/>
          <p:nvPr/>
        </p:nvSpPr>
        <p:spPr>
          <a:xfrm>
            <a:off x="952500" y="952500"/>
            <a:ext cx="5715000" cy="1428750"/>
          </a:xfrm>
          <a:prstGeom prst="rect">
            <a:avLst/>
          </a:prstGeom>
          <a:noFill/>
        </p:spPr>
        <p:txBody>
          <a:bodyPr/>
          <a:lstStyle/>
          <a:p>
            <a:pPr>
              <a:buFont typeface="+mn-lt"/>
              <a:buChar char="•"/>
            </a:pPr>
            <a:r>
              <a:rPr sz="2800">
                <a:solidFill>
                  <a:schemeClr val="tx1"/>
                </a:solidFill>
                <a:latin typeface="+mn-lt"/>
              </a:rPr>
              <a:t>WWWW iii</a:t>
            </a:r>
          </a:p>
        </p:txBody>
      </p:sp>
      <p:sp>
        <p:nvSpPr>
          <p:cNvPr id="3" name="Theme fill"/>
          <p:cNvSpPr/>
          <p:nvPr/>
        </p:nvSpPr>
        <p:spPr>
          <a:xfrm>
            <a:off x="952500" y="2857500"/>
            <a:ext cx="1905000" cy="952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4" name="Theme fill style"/>
          <p:cNvSpPr/>
          <p:nvPr/>
        </p:nvSpPr>
        <p:spPr>
          <a:xfrm>
            <a:off x="3810000" y="2857500"/>
            <a:ext cx="1905000" cy="952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Layout override">
    <p:spTree>
      <p:nvGrpSpPr>
        <p:cNvPr id="1" name=""/>
        <p:cNvGrpSpPr/>
        <p:nvPr/>
      </p:nvGrpSpPr>
      <p:grpSpPr/>
      <p:sp>
        <p:nvSpPr>
          <p:cNvPr id="2" name="Theme text"/>
          <p:cNvSpPr txBox="1"/>
          <p:nvPr/>
        </p:nvSpPr>
        <p:spPr>
          <a:xfrm>
            <a:off x="952500" y="952500"/>
            <a:ext cx="5715000" cy="1428750"/>
          </a:xfrm>
          <a:prstGeom prst="rect">
            <a:avLst/>
          </a:prstGeom>
          <a:noFill/>
        </p:spPr>
        <p:txBody>
          <a:bodyPr/>
          <a:lstStyle/>
          <a:p>
            <a:pPr>
              <a:buFont typeface="+mn-lt"/>
              <a:buChar char="•"/>
            </a:pPr>
            <a:r>
              <a:rPr sz="2800">
                <a:solidFill>
                  <a:schemeClr val="tx1"/>
                </a:solidFill>
                <a:latin typeface="+mn-lt"/>
              </a:rPr>
              <a:t>WWWW iii</a:t>
            </a:r>
          </a:p>
        </p:txBody>
      </p:sp>
      <p:sp>
        <p:nvSpPr>
          <p:cNvPr id="3" name="Theme fill"/>
          <p:cNvSpPr/>
          <p:nvPr/>
        </p:nvSpPr>
        <p:spPr>
          <a:xfrm>
            <a:off x="952500" y="2857500"/>
            <a:ext cx="1905000" cy="952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4" name="Theme fill style"/>
          <p:cNvSpPr/>
          <p:nvPr/>
        </p:nvSpPr>
        <p:spPr>
          <a:xfrm>
            <a:off x="3810000" y="2857500"/>
            <a:ext cx="1905000" cy="952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 name="Slide override">
    <p:spTree>
      <p:nvGrpSpPr>
        <p:cNvPr id="1" name=""/>
        <p:cNvGrpSpPr/>
        <p:nvPr/>
      </p:nvGrpSpPr>
      <p:grpSpPr/>
      <p:sp>
        <p:nvSpPr>
          <p:cNvPr id="2" name="Theme text"/>
          <p:cNvSpPr txBox="1"/>
          <p:nvPr/>
        </p:nvSpPr>
        <p:spPr>
          <a:xfrm>
            <a:off x="952500" y="952500"/>
            <a:ext cx="5715000" cy="1428750"/>
          </a:xfrm>
          <a:prstGeom prst="rect">
            <a:avLst/>
          </a:prstGeom>
          <a:noFill/>
        </p:spPr>
        <p:txBody>
          <a:bodyPr/>
          <a:lstStyle/>
          <a:p>
            <a:pPr>
              <a:buFont typeface="+mn-lt"/>
              <a:buChar char="•"/>
            </a:pPr>
            <a:r>
              <a:rPr sz="2800">
                <a:solidFill>
                  <a:schemeClr val="tx1"/>
                </a:solidFill>
                <a:latin typeface="+mn-lt"/>
              </a:rPr>
              <a:t>WWWW iii</a:t>
            </a:r>
          </a:p>
        </p:txBody>
      </p:sp>
      <p:sp>
        <p:nvSpPr>
          <p:cNvPr id="3" name="Theme fill"/>
          <p:cNvSpPr/>
          <p:nvPr/>
        </p:nvSpPr>
        <p:spPr>
          <a:xfrm>
            <a:off x="952500" y="2857500"/>
            <a:ext cx="1905000" cy="952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4" name="Theme fill style"/>
          <p:cNvSpPr/>
          <p:nvPr/>
        </p:nvSpPr>
        <p:spPr>
          <a:xfrm>
            <a:off x="3810000" y="2857500"/>
            <a:ext cx="1905000" cy="952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theme/layoutOverride.xml><?xml version="1.0" encoding="utf-8"?>
<a:themeOverride xmlns:a="http://schemas.openxmlformats.org/drawingml/2006/main">
  <a:clrScheme name="Jade">
    <a:dk1>
      <a:srgbClr val="1B1F24"/>
    </a:dk1>
    <a:lt1>
      <a:srgbClr val="FFFFFF"/>
    </a:lt1>
    <a:dk2>
      <a:srgbClr val="16352B"/>
    </a:dk2>
    <a:lt2>
      <a:srgbClr val="EFF5F1"/>
    </a:lt2>
    <a:accent1>
      <a:srgbClr val="A020F0"/>
    </a:accent1>
    <a:accent2>
      <a:srgbClr val="14C8C8"/>
    </a:accent2>
    <a:accent3>
      <a:srgbClr val="3C6E9E"/>
    </a:accent3>
    <a:accent4>
      <a:srgbClr val="8E5AA8"/>
    </a:accent4>
    <a:accent5>
      <a:srgbClr val="B5504C"/>
    </a:accent5>
    <a:accent6>
      <a:srgbClr val="4F8A8B"/>
    </a:accent6>
    <a:hlink>
      <a:srgbClr val="1155CC"/>
    </a:hlink>
    <a:folHlink>
      <a:srgbClr val="7A3E9D"/>
    </a:folHlink>
  </a:clrScheme>
  <a:fontScheme name="Jade">
    <a:majorFont>
      <a:latin typeface="sans-serif"/>
      <a:ea typeface="sans-serif"/>
      <a:cs typeface=""/>
    </a:majorFont>
    <a:minorFont>
      <a:latin typeface="sans-serif"/>
      <a:ea typeface="sans-serif"/>
      <a:cs typeface=""/>
    </a:minorFont>
  </a:fontScheme>
</a:themeOverride>
</file>

<file path=ppt/theme/slideOverride.xml><?xml version="1.0" encoding="utf-8"?>
<a:themeOverride xmlns:a="http://schemas.openxmlformats.org/drawingml/2006/main">
  <a:fontScheme name="Jade">
    <a:majorFont>
      <a:latin typeface="monospace"/>
      <a:ea typeface="monospace"/>
      <a:cs typeface=""/>
    </a:majorFont>
    <a:minorFont>
      <a:latin typeface="monospace"/>
      <a:ea typeface="monospace"/>
      <a:cs typeface=""/>
    </a:minorFont>
  </a:fontScheme>
  <a:fmtScheme name="Jade">
    <a:fillStyleLst>
      <a:solidFill>
        <a:srgbClr val="F014C8"/>
      </a:solidFill>
      <a:solidFill>
        <a:srgbClr val="F014C8"/>
      </a:solidFill>
      <a:solidFill>
        <a:srgbClr val="F014C8"/>
      </a:solidFill>
    </a:fillStyleLst>
    <a:lnStyleLst>
      <a:ln w="12700">
        <a:solidFill>
          <a:srgbClr val="F014C8"/>
        </a:solidFill>
        <a:prstDash val="solid"/>
      </a:ln>
      <a:ln w="50800">
        <a:solidFill>
          <a:srgbClr val="F014C8"/>
        </a:solidFill>
        <a:prstDash val="solid"/>
      </a:ln>
      <a:ln w="114300">
        <a:noFill/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rgbClr val="F014C8"/>
      </a:solidFill>
      <a:solidFill>
        <a:srgbClr val="F014C8"/>
      </a:solidFill>
      <a:solidFill>
        <a:srgbClr val="F014C8"/>
      </a:solidFill>
    </a:bgFillStyleLst>
  </a:fmtScheme>
</a:themeOverride>
</file>

<file path=ppt/theme/theme1.xml><?xml version="1.0" encoding="utf-8"?>
<a:theme xmlns:a="http://schemas.openxmlformats.org/drawingml/2006/main" name="Jade">
  <a:themeElements>
    <a:clrScheme name="Jade">
      <a:dk1>
        <a:srgbClr val="1B1F24"/>
      </a:dk1>
      <a:lt1>
        <a:srgbClr val="FFFFFF"/>
      </a:lt1>
      <a:dk2>
        <a:srgbClr val="16352B"/>
      </a:dk2>
      <a:lt2>
        <a:srgbClr val="EFF5F1"/>
      </a:lt2>
      <a:accent1>
        <a:srgbClr val="F01414"/>
      </a:accent1>
      <a:accent2>
        <a:srgbClr val="14C814"/>
      </a:accent2>
      <a:accent3>
        <a:srgbClr val="3C6E9E"/>
      </a:accent3>
      <a:accent4>
        <a:srgbClr val="8E5AA8"/>
      </a:accent4>
      <a:accent5>
        <a:srgbClr val="B5504C"/>
      </a:accent5>
      <a:accent6>
        <a:srgbClr val="4F8A8B"/>
      </a:accent6>
      <a:hlink>
        <a:srgbClr val="1155CC"/>
      </a:hlink>
      <a:folHlink>
        <a:srgbClr val="7A3E9D"/>
      </a:folHlink>
    </a:clrScheme>
    <a:fontScheme name="Jade">
      <a:majorFont>
        <a:latin typeface="monospace"/>
        <a:ea typeface="monospace"/>
        <a:cs typeface=""/>
      </a:majorFont>
      <a:minorFont>
        <a:latin typeface="monospace"/>
        <a:ea typeface="monospace"/>
        <a:cs typeface=""/>
      </a:minorFont>
    </a:fontScheme>
    <a:fmtScheme name="Ja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76200">
          <a:solidFill>
            <a:schemeClr val="phClr"/>
          </a:solidFill>
          <a:prstDash val="sysDash"/>
        </a:ln>
        <a:ln w="114300">
          <a:noFill/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Jade">
  <a:themeElements>
    <a:clrScheme name="Jade">
      <a:dk1>
        <a:srgbClr val="1B1F24"/>
      </a:dk1>
      <a:lt1>
        <a:srgbClr val="FFFFFF"/>
      </a:lt1>
      <a:dk2>
        <a:srgbClr val="16352B"/>
      </a:dk2>
      <a:lt2>
        <a:srgbClr val="EFF5F1"/>
      </a:lt2>
      <a:accent1>
        <a:srgbClr val="1414F0"/>
      </a:accent1>
      <a:accent2>
        <a:srgbClr val="E6A010"/>
      </a:accent2>
      <a:accent3>
        <a:srgbClr val="3C6E9E"/>
      </a:accent3>
      <a:accent4>
        <a:srgbClr val="8E5AA8"/>
      </a:accent4>
      <a:accent5>
        <a:srgbClr val="B5504C"/>
      </a:accent5>
      <a:accent6>
        <a:srgbClr val="4F8A8B"/>
      </a:accent6>
      <a:hlink>
        <a:srgbClr val="1155CC"/>
      </a:hlink>
      <a:folHlink>
        <a:srgbClr val="7A3E9D"/>
      </a:folHlink>
    </a:clrScheme>
    <a:fontScheme name="Jade">
      <a:majorFont>
        <a:latin typeface="serif"/>
        <a:ea typeface="serif"/>
        <a:cs typeface=""/>
      </a:majorFont>
      <a:minorFont>
        <a:latin typeface="serif"/>
        <a:ea typeface="serif"/>
        <a:cs typeface=""/>
      </a:minorFont>
    </a:fontScheme>
    <a:fmtScheme name="Ja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0">
          <a:solidFill>
            <a:schemeClr val="phClr">
              <a:shade val="50000"/>
            </a:schemeClr>
          </a:solidFill>
          <a:prstDash val="dashDot"/>
        </a:ln>
        <a:ln w="114300">
          <a:noFill/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
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1695" cy="6858000"/>
  <p:notesSz cx="6858000" cy="9144000"/>
  <p:defaultTextStyle>
    <a:lvl1pPr>
      <a:defRPr sz="1800">
        <a:latin typeface="+mn-lt"/>
        <a:ea typeface="+mn-ea"/>
      </a:defRPr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p>
            <a:r>
              <a:t>この表は wasm 側が読んだ内容そのままで、DOM の table ではない。</a:t>
            </a:r>
          </a:p>
          <a:p>
            <a:r>
              <a:t>ノート欄はこのスライドにだけ出る — 持たないスライドでは畳まれる。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Relationship Id="rIdImage" Type="http://schemas.openxmlformats.org/officeDocument/2006/relationships/image" Target="../media/inherited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 name="Inheritance 1">
    <p:spTree>
      <p:nvGrpSpPr>
        <p:cNvPr id="1" name=""/>
        <p:cNvGrpSpPr/>
        <p:nvPr/>
      </p:nvGrpSpPr>
      <p:grpSpPr/>
      <p:sp>
        <p:nvSpPr>
          <p:cNvPr id="20" name="Inherited body"/>
          <p:cNvSpPr/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 name="Inheritance 2">
    <p:spTree>
      <p:nvGrpSpPr>
        <p:cNvPr id="1" name=""/>
        <p:cNvGrpSpPr/>
        <p:nvPr/>
      </p:nvGrpSpPr>
      <p:grpSpPr/>
      <p:sp>
        <p:nvSpPr>
          <p:cNvPr id="20" name="Inherited body"/>
          <p:cNvSpPr/>
          <p:nvPr>
            <p:ph type="body" idx="1"/>
          </p:nvPr>
        </p:nvSpPr>
        <p:spPr>
          <a:prstGeom prst="rect">
            <a:avLst/>
          </a:prstGeom>
          <a:solidFill>
            <a:srgbClr val="14C8C8"/>
          </a:solidFill>
        </p:spPr>
        <p:txBody>
          <a:bodyPr wrap="square" vert="horz">
            <a:noAutofit/>
          </a:bodyPr>
          <a:lstStyle/>
          <a:p>
            <a:r>
              <a:t/>
            </a:r>
          </a:p>
        </p:txBody>
      </p:sp>
      <p:pic>
        <p:nvPicPr>
          <p:cNvPr id="21" name="Picture frame"/>
          <p:cNvPicPr/>
          <p:nvPr>
            <p:ph type="pic" idx="2"/>
          </p:nvPr>
        </p:nvPicPr>
        <p:blipFill>
          <a:blip r:embed="rIdImage"/>
          <a:stretch>
            <a:fillRect/>
          </a:stretch>
        </p:blipFill>
        <p:spPr>
          <a:xfrm>
            <a:off x="6191250" y="952500"/>
            <a:ext cx="2857500" cy="1714500"/>
          </a:xfrm>
          <a:prstGeom prst="rect">
            <a:avLst/>
          </a:prstGeom>
        </p:spPr>
      </p:pic>
      <p:sp>
        <p:nvSpPr>
          <p:cNvPr id="22" name="Inherited body"/>
          <p:cNvSpPr/>
          <p:nvPr>
            <p:ph type="title" idx="9"/>
          </p:nvPr>
        </p:nvSpPr>
        <p:spPr>
          <a:xfrm>
            <a:off x="6191250" y="3810000"/>
            <a:ext cx="3810000" cy="952500"/>
          </a:xfrm>
          <a:solidFill>
            <a:srgbClr val="A020F0"/>
          </a:solidFill>
        </p:spPr>
        <p:txBody>
          <a:bodyPr/>
          <a:lstStyle/>
          <a:p>
            <a:r>
              <a:t/>
            </a:r>
          </a:p>
        </p:txBody>
      </p:sp>
      <p:sp>
        <p:nvSpPr>
          <p:cNvPr id="23" name="Inherited body"/>
          <p:cNvSpPr/>
          <p:nvPr>
            <p:ph type="title" idx="0"/>
          </p:nvPr>
        </p:nvSpPr>
        <p:spPr>
          <a:xfrm>
            <a:off x="952500" y="3810000"/>
            <a:ext cx="3810000" cy="952500"/>
          </a:xfrm>
          <a:solidFill>
            <a:srgbClr val="1414F0"/>
          </a:solidFill>
        </p:spPr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99" name="Inherited body"/>
          <p:cNvSpPr/>
          <p:nvPr>
            <p:ph type="body" idx="41"/>
          </p:nvPr>
        </p:nvSpPr>
        <p:spPr>
          <a:xfrm>
            <a:off x="952500" y="952500"/>
            <a:ext cx="3810000" cy="1714500"/>
          </a:xfrm>
          <a:prstGeom prst="roundRect">
            <a:avLst>
              <a:gd name="adj" fmla="val 25000"/>
            </a:avLst>
          </a:prstGeom>
          <a:solidFill>
            <a:srgbClr val="E6A010"/>
          </a:solidFill>
          <a:ln w="50800">
            <a:solidFill>
              <a:srgbClr val="1414F0"/>
            </a:solidFill>
            <a:prstDash val="dash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rgbClr val="A020F0"/>
          </a:fontRef>
        </p:style>
        <p:txBody>
          <a:bodyPr anchor="ctr" lIns="0" tIns="0" rIns="0" bIns="0" wrap="none" vert="vert270">
            <a:normAutofit fontScale="50000"/>
          </a:bodyPr>
          <a:lstStyle>
            <a:lvl1pPr>
              <a:defRPr sz="3000">
                <a:latin typeface="serif"/>
              </a:defRPr>
            </a:lvl1pPr>
          </a:lstStyle>
          <a:p>
            <a:r>
              <a:t/>
            </a:r>
          </a:p>
        </p:txBody>
      </p:sp>
      <p:sp>
        <p:nvSpPr>
          <p:cNvPr id="100" name="Inherited body"/>
          <p:cNvSpPr/>
          <p:nvPr>
            <p:ph type="title" idx="1"/>
          </p:nvPr>
        </p:nvSpPr>
        <p:spPr>
          <a:xfrm>
            <a:off x="190500" y="190500"/>
            <a:ext cx="952500" cy="952500"/>
          </a:xfrm>
          <a:solidFill>
            <a:srgbClr val="FF0000"/>
          </a:solidFill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2.xml"/><Relationship Id="rIdImage" Type="http://schemas.openxmlformats.org/officeDocument/2006/relationships/image" Target="../media/inherited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nherited 1">
    <p:spTree>
      <p:nvGrpSpPr>
        <p:cNvPr id="1" name=""/>
        <p:cNvGrpSpPr/>
        <p:nvPr/>
      </p:nvGrpSpPr>
      <p:grpSpPr/>
      <p:sp>
        <p:nvSpPr>
          <p:cNvPr id="2" name="Inherited body"/>
          <p:cNvSpPr/>
          <p:nvPr>
            <p:ph type="body" idx="1"/>
          </p:nvPr>
        </p:nvSpPr>
        <p:spPr/>
        <p:txBody>
          <a:bodyPr/>
          <a:lstStyle/>
          <a:p>
            <a:r>
              <a:t>Inherited words that keep their master formatting and geometry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nherited 2">
    <p:spTree>
      <p:nvGrpSpPr>
        <p:cNvPr id="1" name=""/>
        <p:cNvGrpSpPr/>
        <p:nvPr/>
      </p:nvGrpSpPr>
      <p:grpSpPr/>
      <p:sp>
        <p:nvSpPr>
          <p:cNvPr id="2" name="Inherited body"/>
          <p:cNvSpPr/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vert="horz">
            <a:noAutofit/>
          </a:bodyPr>
          <a:lstStyle/>
          <a:p>
            <a:r>
              <a:t>Inherited words that keep their master formatting and geometry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nherited 3">
    <p:spTree>
      <p:nvGrpSpPr>
        <p:cNvPr id="1" name=""/>
        <p:cNvGrpSpPr/>
        <p:nvPr/>
      </p:nvGrpSpPr>
      <p:grpSpPr/>
      <p:pic>
        <p:nvPicPr>
          <p:cNvPr id="2" name="Inherited picture"/>
          <p:cNvPicPr/>
          <p:nvPr>
            <p:ph type="pic" idx="2"/>
          </p:nvPr>
        </p:nvPicPr>
        <p:blipFill>
          <a:blip r:embed="rIdImage"/>
          <a:srcRect l="10000"/>
          <a:stretch>
            <a:fillRect/>
          </a:stretch>
        </p:blipFill>
        <p:spPr/>
      </p:pic>
      <p:sp>
        <p:nvSpPr>
          <p:cNvPr id="3" name="Inherited body"/>
          <p:cNvSpPr/>
          <p:nvPr>
            <p:ph type="title"/>
          </p:nvPr>
        </p:nvSpPr>
        <p:spPr/>
        <p:txBody>
          <a:bodyPr/>
          <a:lstStyle/>
          <a:p>
            <a:r>
              <a:t>Default zero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de">
  <a:themeElements>
    <a:clrScheme name="Jade">
      <a:dk1>
        <a:srgbClr val="1B1F24"/>
      </a:dk1>
      <a:lt1>
        <a:srgbClr val="FFFFFF"/>
      </a:lt1>
      <a:dk2>
        <a:srgbClr val="16352B"/>
      </a:dk2>
      <a:lt2>
        <a:srgbClr val="EFF5F1"/>
      </a:lt2>
      <a:accent1>
        <a:srgbClr val="1E7A5A"/>
      </a:accent1>
      <a:accent2>
        <a:srgbClr val="C7913B"/>
      </a:accent2>
      <a:accent3>
        <a:srgbClr val="3C6E9E"/>
      </a:accent3>
      <a:accent4>
        <a:srgbClr val="8E5AA8"/>
      </a:accent4>
      <a:accent5>
        <a:srgbClr val="B5504C"/>
      </a:accent5>
      <a:accent6>
        <a:srgbClr val="4F8A8B"/>
      </a:accent6>
      <a:hlink>
        <a:srgbClr val="1155CC"/>
      </a:hlink>
      <a:folHlink>
        <a:srgbClr val="7A3E9D"/>
      </a:folHlink>
    </a:clrScheme>
    <a:fontScheme name="Jade">
      <a:majorFont>
        <a:latin typeface="Helvetica Neue"/>
        <a:ea typeface="Hiragino Kaku Gothic ProN"/>
        <a:cs typeface=""/>
      </a:majorFont>
      <a:minorFont>
        <a:latin typeface="Helvetica Neue"/>
        <a:ea typeface="Hiragino Kaku Gothic ProN"/>
        <a:cs typeface=""/>
      </a:minorFont>
    </a:fontScheme>
    <a:fmtScheme name="Ja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